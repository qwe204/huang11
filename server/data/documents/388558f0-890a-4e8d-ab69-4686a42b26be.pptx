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本页为高层快速掌握核心数据，建议配合图表展示趋势。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目标设定需与财务团队对齐，确保资源匹配。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建议在下一页展示用户分层数据与转化路径图。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产品策略需与研发团队同步，确保交付节奏。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成本控制需与财务及运营团队联合推进。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风险预案需在执行中动态调整，建议设立专项小组。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团队协同是执行成功的关键，建议明确责任人。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建议使用仪表盘工具（如Power BI）进行可视化追踪。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里程碑需明确责任人与交付标准，确保可追踪。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本页为行动号召页，建议配合团队合影或执行承诺图示。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822960"/>
            <a:ext cx="1143000" cy="164592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258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2025年Q1经营战略复盘与Q2行动计划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04672" y="2697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 · 结果导向执行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41080" y="1051560"/>
            <a:ext cx="2514600" cy="4297680"/>
          </a:xfrm>
          <a:prstGeom prst="roundRect">
            <a:avLst>
              <a:gd name="adj" fmla="val 2909"/>
            </a:avLst>
          </a:prstGeom>
          <a:solidFill>
            <a:srgbClr val="E8EE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商务极简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页正文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887968" y="2514600"/>
            <a:ext cx="1920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适合经营汇报、高层简报，视觉克制、结论前置。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执行摘要：核心成果与关键挑战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Q1营收达成120%，超额完成目标10%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用户增长25%，但留存率下降至68%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成本结构优化，利润率提升至22%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核心问题：用户活跃度与复购率未达预期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本页为高层快速掌握核心数据，建议配合图表展示趋势。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目标与战略：Q2核心目标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用户活跃度提升至85%（目标+17%）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复购率提升至75%（目标+8%）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成本控制目标：运营成本下降5%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新增3个高毛利产品线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目标设定需与财务团队对齐，确保资源匹配。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用户增长策略：分层运营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新用户：优化获客漏斗，降低CPL 15%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老用户：推出会员体系，提升复购率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流失用户：建立召回机制，转化率目标30%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建议在下一页展示用户分层数据与转化路径图。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产品与定价策略：价值重构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推出“轻量版”产品，降低用户入门门槛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高价值用户：定制化服务包，提升客单价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价格分层：3档定价策略覆盖不同用户群体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产品策略需与研发团队同步，确保交付节奏。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成本控制与效率提升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优化广告投放ROI，聚焦高转化渠道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自动化流程：减少人工操作，提升效率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供应链协同：与核心供应商签订长期协议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成本控制需与财务及运营团队联合推进。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关键风险与应对预案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市场竞争加剧：提前布局差异化功能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用户增长放缓：启动裂变激励机制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技术瓶颈：建立敏捷开发小组，缩短迭代周期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风险预案需在执行中动态调整，建议设立专项小组。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资源分配与团队协同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设立跨部门作战小组，聚焦核心目标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资源优先分配：用户增长与产品迭代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每周同步会：确保信息透明与快速响应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团队协同是执行成功的关键，建议明确责任人。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关键绩效指标（KPI）与追踪机制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月度KPI看板：用户活跃、复购、成本、收入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数据驱动：每周数据复盘，调整策略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目标达成率：每两周评估，动态调整资源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建议使用仪表盘工具（如Power BI）进行可视化追踪。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执行计划：Q2里程碑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月：完成新用户增长策略上线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月：会员体系上线，启动复购激励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月：新产品发布，启动价格分层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月：成本优化成果验收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里程碑需明确责任人与交付标准，确保可追踪。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11338560" cy="6126480"/>
          </a:xfrm>
          <a:prstGeom prst="rect">
            <a:avLst>
              <a:gd name="adj" fmla="val 1194"/>
            </a:avLst>
          </a:prstGeom>
          <a:solidFill>
            <a:srgbClr val="FFFFFF"/>
          </a:solidFill>
          <a:ln w="12700">
            <a:solidFill>
              <a:srgbClr val="E8EE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365760"/>
            <a:ext cx="164592" cy="6126480"/>
          </a:xfrm>
          <a:prstGeom prst="rect">
            <a:avLst/>
          </a:prstGeom>
          <a:solidFill>
            <a:srgbClr val="4F6B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0" y="5943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658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结论与行动号召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41832" y="1170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417320"/>
            <a:ext cx="6537960" cy="4434840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783080"/>
            <a:ext cx="5897880" cy="3611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Q2是关键转折点，必须聚焦用户价值与成本效率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全员协同，数据驱动，快速迭代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目标明确，执行到位，结果可期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E8EEFF"/>
          </a:solidFill>
          <a:ln w="12700">
            <a:solidFill>
              <a:srgbClr val="4F6B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呈现建议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65008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先讲结论，再讲依据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保留一页一核心信息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适合继续补图表或流程图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3703320"/>
            <a:ext cx="288036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8EE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92440" y="425196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本页为行动号召页，建议配合团队合影或执行承诺图示。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2025年Q1经营战略复盘与Q2行动计划</dc:subject>
  <dc:creator>GD Document AI</dc:creator>
  <cp:lastModifiedBy>GD Document AI</cp:lastModifiedBy>
  <cp:revision>1</cp:revision>
  <dcterms:created xsi:type="dcterms:W3CDTF">2026-04-05T11:08:21Z</dcterms:created>
  <dcterms:modified xsi:type="dcterms:W3CDTF">2026-04-05T11:08:21Z</dcterms:modified>
</cp:coreProperties>
</file>