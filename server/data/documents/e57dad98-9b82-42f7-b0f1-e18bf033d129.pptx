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本课件旨在通过真实项目案例，帮助学员理解前端开发流程与技术选型，同时提供可落地的学习路径。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扎实的计算机基础 + 实战项目经验，是本课件内容的核心支撑。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技能覆盖前端开发、基础后端与系统运维，适合构建全栈思维。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项目聚焦用户场景，通过功能模块化设计提升交易转化率。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模块化开发是项目成功的关键，建议学员按功能拆解开发。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项目强调可维护性与用户体验，适合学习组件化开发与响应式设计。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建议学员在项目中优先实现核心功能，再逐步优化细节。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建议按阶段学习，避免贪多求快，注重项目落地能力。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模块化开发可降低复杂度，敏捷方法论提升开发效率。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技术选型需结合项目需求，避免盲目跟风。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建议结合官方文档与开源项目，提升实战能力。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鼓励学员主动参与项目，通过实践积累经验。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预留时间与学员互动，增强参与感与学习效果。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F"/>
          </a:solidFill>
          <a:ln w="12700">
            <a:solidFill>
              <a:srgbClr val="F4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143000" cy="164592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教学培训课件：黄锦沆个人技术能力与项目实践分享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面向高校学生与技术初学者的前端开发与项目实战指南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05156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E4F2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研究蓝图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页正文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87968" y="25146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适合研究分享、洞察分析与专题汇报，强调可信度和信息组织。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封面页：教学培训课件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主讲人：黄锦沆，广州城市理工学院计算机科学与技术专业本科生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目标受众：高校学生、前端开发初学者、技术兴趣爱好者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内容概览：项目实战、技术栈解析、学习路径建议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本课件旨在通过真实项目案例，帮助学员理解前端开发流程与技术选型，同时提供可落地的学习路径。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个人简介与学习背景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年龄：21岁，期望城市：广州/深圳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教育背景：广州城市理工学院，计算机科学与技术专业（本科在读）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主修课程：网络工程、Linux系统、前端基础、微信小程序开发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扎实的计算机基础 + 实战项目经验，是本课件内容的核心支撑。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技术能力与技能栈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前端核心：HTML5、CSS3、JavaScript、Vue3 + TypeScript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框架与工具：微信小程序原生开发、Axios、Flex/Grid 布局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后端与运维：Python自动化、Java基础、Linux系统运维、Shell脚本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技能覆盖前端开发、基础后端与系统运维，适合构建全栈思维。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项目一：微信小程序二手书交易平台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项目背景：解决高校二手教材流转效率低、信息不对称问题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核心功能：商品列表、智能检索、LBS距离展示、即时通讯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技术实现：微信小程序原生框架 + 分类筛选 + 多图轮播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项目聚焦用户场景，通过功能模块化设计提升交易转化率。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项目一：关键模块开发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商城页面：分类筛选 + 价格排序 + LBS距离展示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详情页：多图轮播 + 卖家信用 + 即时沟通入口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成果亮点：智能分类 + 在线客服，提升用户体验与交易效率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模块化开发是项目成功的关键，建议学员按功能拆解开发。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项目二：Vue3前端博客网站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项目目标：构建个人技术博客平台，支持Markdown写作与SEO优化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技术架构：Vue3 + TypeScript + HTML5 + CSS3 Flex/Grid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交互功能：动态评论系统、三模式主题切换、锚点高亮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项目强调可维护性与用户体验，适合学习组件化开发与响应式设计。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项目二：核心功能实现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前端重构：组件化开发，提升代码可维护性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布局设计：Flex/Grid 现代化布局，适配多终端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交互开发：JavaScript + Axios 实现动态评论系统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建议学员在项目中优先实现核心功能，再逐步优化细节。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学习路径建议：从零到实战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阶段一：掌握HTML/CSS/JS基础，完成静态页面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阶段二：学习Vue框架，完成组件化项目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阶段三：结合微信小程序/后端技术，构建完整项目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建议按阶段学习，避免贪多求快，注重项目落地能力。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项目开发方法论：敏捷与模块化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→ 功能拆解 → 模块开发 → 测试上线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使用Git管理代码，定期提交与分支管理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文档同步更新，便于团队协作与后期维护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模块化开发可降低复杂度，敏捷方法论提升开发效率。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常见问题与避坑指南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避免过度追求新技术，优先掌握核心框架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前端开发需注重用户体验与响应式设计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项目上线前务必测试兼容性与性能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技术选型需结合项目需求，避免盲目跟风。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官方文档：Vue3、微信小程序、MDN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在线平台：慕课网、B站、GitHub开源项目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书籍推荐：《Vue.js实战》《前端工程化》《Linux命令大全》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建议结合官方文档与开源项目，提升实战能力。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结语：从项目中成长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项目是能力的试金石，也是学习的加速器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持续迭代、复盘总结，才能形成自己的技术体系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欢迎加入技术社区，分享与交流是成长的关键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鼓励学员主动参与项目，通过实践积累经验。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4F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3E90D0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与互动环节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欢迎提问：技术难点、项目经验、学习路径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提供GitHub项目链接与联系方式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后续可提供项目源码与学习资料包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4F2FF"/>
          </a:solidFill>
          <a:ln w="12700">
            <a:solidFill>
              <a:srgbClr val="3E90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9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83B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1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预留时间与学员互动，增强参与感与学习效果。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教学培训课件：黄锦沆个人技术能力与项目实践分享</dc:subject>
  <dc:creator>GD Document AI</dc:creator>
  <cp:lastModifiedBy>GD Document AI</cp:lastModifiedBy>
  <cp:revision>1</cp:revision>
  <dcterms:created xsi:type="dcterms:W3CDTF">2026-04-05T11:21:27Z</dcterms:created>
  <dcterms:modified xsi:type="dcterms:W3CDTF">2026-04-05T11:21:27Z</dcterms:modified>
</cp:coreProperties>
</file>