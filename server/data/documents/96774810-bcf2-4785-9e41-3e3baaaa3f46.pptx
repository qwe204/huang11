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汇报开场，聚焦季度核心成果与战略方向。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用数据快速传达季度亮点，建立汇报基调。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展示市场扩张与用户粘性，强调增长质量。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突出产品价值与用户价值，体现持续进化。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技术是增长的基石，展示架构能力与稳定性。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财务健康是持续增长的保障，强调效率与控制。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人才是核心资产，展示组织能力与成长性。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坦诚面对挑战，展示应对策略与韧性。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明确下阶段目标，传递战略聚焦与执行力。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收束汇报，传递信心与愿景，激发团队共鸣。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143000" cy="164592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季度经营汇报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科技曜黑 · 稳健前行 · 未来可期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05156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243244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科技曜黑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页正文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87968" y="25146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适合技术方案、架构升级与产品发布，气质稳重偏未来感。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汇报开场，聚焦季度核心成果与战略方向。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本季度营收同比增长 18%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核心产品用户增长 32%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技术架构升级完成，系统稳定性提升 40%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团队规模扩大 20%，人才结构优化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用数据快速传达季度亮点，建立汇报基调。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市场与用户增长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新增注册用户 120 万，活跃用户环比增长 25%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重点区域市场渗透率提升至 65%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用户满意度达 92%，NPS 值 +15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用户分层运营策略初见成效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展示市场扩张与用户粘性，强调增长质量。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产品与功能迭代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上线智能推荐引擎，转化率提升 22%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3 大核心功能模块重构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用户反馈闭环机制建立，平均响应时间缩短 50%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产品体验评分提升至 4.7/5.0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突出产品价值与用户价值，体现持续进化。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技术架构升级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完成微服务化改造，系统可用性达 99.95%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引入容器化部署，发布效率提升 60%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数据中台建设完成，支持实时分析与预测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安全体系升级，通过等保三级认证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技术是增长的基石，展示架构能力与稳定性。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财务与成本管控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 1.2 亿，毛利率提升至 45%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研发成本占比优化至 28%，效率提升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云资源利用率提升 30%，节省成本 800 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现金流健康，储备充足支持下一阶段投入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财务健康是持续增长的保障，强调效率与控制。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团队与组织建设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新增研发、产品、运营岗位 40+ 人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 OKR 管理体系，目标对齐效率提升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跨部门协作机制优化，项目交付周期缩短 20%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人才梯队建设完成，关键岗位覆盖率 100%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人才是核心资产，展示组织能力与成长性。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挑战与应对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市场竞争加剧，用户获取成本上升 15%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部分功能上线延迟，团队响应机制优化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技术债务清理进度滞后，已启动专项攻坚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应对策略：聚焦高价值用户，优化资源分配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坦诚面对挑战，展示应对策略与韧性。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下季度战略重点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AI 能力中台建设，支撑产品智能化升级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深化用户分层运营，提升 LTV 与复购率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推进全球化市场布局，重点突破东南亚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技术团队扩编 30%，强化研发效能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明确下阶段目标，传递战略聚焦与执行力。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1F2937"/>
          </a:solidFill>
          <a:ln w="12700">
            <a:solidFill>
              <a:srgbClr val="24324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结语与展望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本季度成果奠定增长基础，技术与产品双轮驱动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下一阶段聚焦效率、体验与规模，持续创造价值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感谢团队协作与客户信任，共同迎接新挑战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未来可期，我们正加速迈向下一个里程碑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243244"/>
          </a:solidFill>
          <a:ln w="12700">
            <a:solidFill>
              <a:srgbClr val="8AB4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1F2937"/>
          </a:solidFill>
          <a:ln w="12700">
            <a:solidFill>
              <a:srgbClr val="243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收束汇报，传递信心与愿景，激发团队共鸣。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季度经营汇报</dc:subject>
  <dc:creator>GD Document AI</dc:creator>
  <cp:lastModifiedBy>GD Document AI</cp:lastModifiedBy>
  <cp:revision>1</cp:revision>
  <dcterms:created xsi:type="dcterms:W3CDTF">2026-04-05T12:10:51Z</dcterms:created>
  <dcterms:modified xsi:type="dcterms:W3CDTF">2026-04-05T12:10:51Z</dcterms:modified>
</cp:coreProperties>
</file>