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本页为汇报总览，快速建立听众对汇报者与内容的认知。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用数据锚定市场机会，明确产品目标与衡量标准。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聚焦核心项目，用数据说明产品价值与用户认可。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技术实现细节支撑产品功能，体现工程能力。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用量化数据证明项目成功，增强说服力。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展示技术广度与深度，体现个人技术成长路径。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清晰展示技术栈，为后续合作或项目承接提供依据。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用个人优势支撑项目成果，建立可信度。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展示前瞻规划，体现项目可持续性与成长性。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明确资源需求，为后续合作或支持提供方向。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总结成果，展望未来，强化汇报收尾的行动号召力。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开放互动，为后续合作或项目推进留出空间。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F"/>
          </a:solidFill>
          <a:ln w="12700">
            <a:solidFill>
              <a:srgbClr val="F7F9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822960"/>
            <a:ext cx="1143000" cy="164592"/>
          </a:xfrm>
          <a:prstGeom prst="rect">
            <a:avLst/>
          </a:prstGeom>
          <a:solidFill>
            <a:srgbClr val="4F6BFF"/>
          </a:solidFill>
          <a:ln w="12700">
            <a:solidFill>
              <a:srgbClr val="4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3258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2025年Q2 季度经营汇报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" y="26974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黄锦沆 · 计算机科学与技术 · 校园产品与技术实践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41080" y="1051560"/>
            <a:ext cx="2514600" cy="4297680"/>
          </a:xfrm>
          <a:prstGeom prst="roundRect">
            <a:avLst>
              <a:gd name="adj" fmla="val 2909"/>
            </a:avLst>
          </a:prstGeom>
          <a:solidFill>
            <a:srgbClr val="E8EEFF"/>
          </a:solidFill>
          <a:ln w="12700">
            <a:solidFill>
              <a:srgbClr val="E8EE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0" y="1417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商务极简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961120" y="1920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页正文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887968" y="2514600"/>
            <a:ext cx="19202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适合经营汇报、高层简报，视觉克制、结论前置。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11338560" cy="6126480"/>
          </a:xfrm>
          <a:prstGeom prst="rect">
            <a:avLst>
              <a:gd name="adj" fmla="val 1194"/>
            </a:avLst>
          </a:prstGeom>
          <a:solidFill>
            <a:srgbClr val="FFFFFF"/>
          </a:solidFill>
          <a:ln w="12700">
            <a:solidFill>
              <a:srgbClr val="E8EE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164592" cy="6126480"/>
          </a:xfrm>
          <a:prstGeom prst="rect">
            <a:avLst/>
          </a:prstGeom>
          <a:solidFill>
            <a:srgbClr val="4F6BFF"/>
          </a:solidFill>
          <a:ln w="12700">
            <a:solidFill>
              <a:srgbClr val="4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5943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65836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汇报概览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41832" y="11704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6537960" cy="4434840"/>
          </a:xfrm>
          <a:prstGeom prst="roundRect">
            <a:avLst>
              <a:gd name="adj" fmla="val 825"/>
            </a:avLst>
          </a:prstGeom>
          <a:solidFill>
            <a:srgbClr val="FFFFFF"/>
          </a:solidFill>
          <a:ln w="12700">
            <a:solidFill>
              <a:srgbClr val="E8EE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783080"/>
            <a:ext cx="5897880" cy="3611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汇报人：黄锦沆，广州城市理工学院计算机专业本科生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汇报周期：2025年Q2（4月-6月）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核心内容：项目进展、技术沉淀、未来规划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汇报目标：展示实战能力，争取资源支持与合作机会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818120" y="1417320"/>
            <a:ext cx="2880360" cy="2011680"/>
          </a:xfrm>
          <a:prstGeom prst="roundRect">
            <a:avLst>
              <a:gd name="adj" fmla="val 2273"/>
            </a:avLst>
          </a:prstGeom>
          <a:solidFill>
            <a:srgbClr val="E8EEFF"/>
          </a:solidFill>
          <a:ln w="12700">
            <a:solidFill>
              <a:srgbClr val="4F6B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92440" y="16916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呈现建议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65008" y="20116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先讲结论，再讲依据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保留一页一核心信息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适合继续补图表或流程图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18120" y="3703320"/>
            <a:ext cx="288036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8EE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39502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92440" y="425196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本页为汇报总览，快速建立听众对汇报者与内容的认知。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11338560" cy="6126480"/>
          </a:xfrm>
          <a:prstGeom prst="rect">
            <a:avLst>
              <a:gd name="adj" fmla="val 1194"/>
            </a:avLst>
          </a:prstGeom>
          <a:solidFill>
            <a:srgbClr val="FFFFFF"/>
          </a:solidFill>
          <a:ln w="12700">
            <a:solidFill>
              <a:srgbClr val="E8EE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164592" cy="6126480"/>
          </a:xfrm>
          <a:prstGeom prst="rect">
            <a:avLst/>
          </a:prstGeom>
          <a:solidFill>
            <a:srgbClr val="4F6BFF"/>
          </a:solidFill>
          <a:ln w="12700">
            <a:solidFill>
              <a:srgbClr val="4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5943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65836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市场背景与目标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41832" y="11704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6537960" cy="4434840"/>
          </a:xfrm>
          <a:prstGeom prst="roundRect">
            <a:avLst>
              <a:gd name="adj" fmla="val 825"/>
            </a:avLst>
          </a:prstGeom>
          <a:solidFill>
            <a:srgbClr val="FFFFFF"/>
          </a:solidFill>
          <a:ln w="12700">
            <a:solidFill>
              <a:srgbClr val="E8EE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783080"/>
            <a:ext cx="5897880" cy="3611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高校二手书交易市场年规模超200亿，但线上化率不足30%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用户痛点：信息不对称、交易效率低、缺乏信任机制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目标：打造校园内高粘性、高转化率的二手书交易平台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KPI：Q2用户数增长50%，交易量提升30%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818120" y="1417320"/>
            <a:ext cx="2880360" cy="2011680"/>
          </a:xfrm>
          <a:prstGeom prst="roundRect">
            <a:avLst>
              <a:gd name="adj" fmla="val 2273"/>
            </a:avLst>
          </a:prstGeom>
          <a:solidFill>
            <a:srgbClr val="E8EEFF"/>
          </a:solidFill>
          <a:ln w="12700">
            <a:solidFill>
              <a:srgbClr val="4F6B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92440" y="16916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呈现建议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65008" y="20116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先讲结论，再讲依据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保留一页一核心信息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适合继续补图表或流程图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18120" y="3703320"/>
            <a:ext cx="288036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8EE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39502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92440" y="425196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用数据锚定市场机会，明确产品目标与衡量标准。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11338560" cy="6126480"/>
          </a:xfrm>
          <a:prstGeom prst="rect">
            <a:avLst>
              <a:gd name="adj" fmla="val 1194"/>
            </a:avLst>
          </a:prstGeom>
          <a:solidFill>
            <a:srgbClr val="FFFFFF"/>
          </a:solidFill>
          <a:ln w="12700">
            <a:solidFill>
              <a:srgbClr val="E8EE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164592" cy="6126480"/>
          </a:xfrm>
          <a:prstGeom prst="rect">
            <a:avLst/>
          </a:prstGeom>
          <a:solidFill>
            <a:srgbClr val="4F6BFF"/>
          </a:solidFill>
          <a:ln w="12700">
            <a:solidFill>
              <a:srgbClr val="4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5943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65836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核心项目：微信小程序二手书平台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41832" y="11704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6537960" cy="4434840"/>
          </a:xfrm>
          <a:prstGeom prst="roundRect">
            <a:avLst>
              <a:gd name="adj" fmla="val 825"/>
            </a:avLst>
          </a:prstGeom>
          <a:solidFill>
            <a:srgbClr val="FFFFFF"/>
          </a:solidFill>
          <a:ln w="12700">
            <a:solidFill>
              <a:srgbClr val="E8EE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783080"/>
            <a:ext cx="5897880" cy="3611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项目周期：2025.04-2025.05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功能模块：商品列表、智能检索、LBS距离、即时通讯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技术栈：微信原生框架 + 小程序云开发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用户反馈：交易效率提升40%，用户留存率超65%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818120" y="1417320"/>
            <a:ext cx="2880360" cy="2011680"/>
          </a:xfrm>
          <a:prstGeom prst="roundRect">
            <a:avLst>
              <a:gd name="adj" fmla="val 2273"/>
            </a:avLst>
          </a:prstGeom>
          <a:solidFill>
            <a:srgbClr val="E8EEFF"/>
          </a:solidFill>
          <a:ln w="12700">
            <a:solidFill>
              <a:srgbClr val="4F6B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92440" y="16916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呈现建议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65008" y="20116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先讲结论，再讲依据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保留一页一核心信息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适合继续补图表或流程图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18120" y="3703320"/>
            <a:ext cx="288036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8EE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39502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92440" y="425196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聚焦核心项目，用数据说明产品价值与用户认可。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11338560" cy="6126480"/>
          </a:xfrm>
          <a:prstGeom prst="rect">
            <a:avLst>
              <a:gd name="adj" fmla="val 1194"/>
            </a:avLst>
          </a:prstGeom>
          <a:solidFill>
            <a:srgbClr val="FFFFFF"/>
          </a:solidFill>
          <a:ln w="12700">
            <a:solidFill>
              <a:srgbClr val="E8EE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164592" cy="6126480"/>
          </a:xfrm>
          <a:prstGeom prst="rect">
            <a:avLst/>
          </a:prstGeom>
          <a:solidFill>
            <a:srgbClr val="4F6BFF"/>
          </a:solidFill>
          <a:ln w="12700">
            <a:solidFill>
              <a:srgbClr val="4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5943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65836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功能亮点与技术实现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41832" y="11704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6537960" cy="4434840"/>
          </a:xfrm>
          <a:prstGeom prst="roundRect">
            <a:avLst>
              <a:gd name="adj" fmla="val 825"/>
            </a:avLst>
          </a:prstGeom>
          <a:solidFill>
            <a:srgbClr val="FFFFFF"/>
          </a:solidFill>
          <a:ln w="12700">
            <a:solidFill>
              <a:srgbClr val="E8EE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783080"/>
            <a:ext cx="5897880" cy="3611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智能分类系统：支持多维度筛选，提升用户决策效率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LBS距离展示：基于地理位置推荐，增强交易匹配度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即时通讯模块：集成微信原生API，降低沟通成本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前端优化：响应式布局 + 图片懒加载，提升加载速度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818120" y="1417320"/>
            <a:ext cx="2880360" cy="2011680"/>
          </a:xfrm>
          <a:prstGeom prst="roundRect">
            <a:avLst>
              <a:gd name="adj" fmla="val 2273"/>
            </a:avLst>
          </a:prstGeom>
          <a:solidFill>
            <a:srgbClr val="E8EEFF"/>
          </a:solidFill>
          <a:ln w="12700">
            <a:solidFill>
              <a:srgbClr val="4F6B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92440" y="16916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呈现建议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65008" y="20116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先讲结论，再讲依据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保留一页一核心信息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适合继续补图表或流程图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18120" y="3703320"/>
            <a:ext cx="288036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8EE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39502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92440" y="425196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技术实现细节支撑产品功能，体现工程能力。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11338560" cy="6126480"/>
          </a:xfrm>
          <a:prstGeom prst="rect">
            <a:avLst>
              <a:gd name="adj" fmla="val 1194"/>
            </a:avLst>
          </a:prstGeom>
          <a:solidFill>
            <a:srgbClr val="FFFFFF"/>
          </a:solidFill>
          <a:ln w="12700">
            <a:solidFill>
              <a:srgbClr val="E8EE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164592" cy="6126480"/>
          </a:xfrm>
          <a:prstGeom prst="rect">
            <a:avLst/>
          </a:prstGeom>
          <a:solidFill>
            <a:srgbClr val="4F6BFF"/>
          </a:solidFill>
          <a:ln w="12700">
            <a:solidFill>
              <a:srgbClr val="4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5943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65836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项目成果与数据表现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41832" y="11704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6537960" cy="4434840"/>
          </a:xfrm>
          <a:prstGeom prst="roundRect">
            <a:avLst>
              <a:gd name="adj" fmla="val 825"/>
            </a:avLst>
          </a:prstGeom>
          <a:solidFill>
            <a:srgbClr val="FFFFFF"/>
          </a:solidFill>
          <a:ln w="12700">
            <a:solidFill>
              <a:srgbClr val="E8EE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783080"/>
            <a:ext cx="5897880" cy="3611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用户数：累计注册用户12,300+，活跃用户占比78%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交易量：完成交易1,800+笔，平均客单价15元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用户满意度：NPS评分+42，高于行业平均值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转化率：从浏览到下单转化率提升至18%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818120" y="1417320"/>
            <a:ext cx="2880360" cy="2011680"/>
          </a:xfrm>
          <a:prstGeom prst="roundRect">
            <a:avLst>
              <a:gd name="adj" fmla="val 2273"/>
            </a:avLst>
          </a:prstGeom>
          <a:solidFill>
            <a:srgbClr val="E8EEFF"/>
          </a:solidFill>
          <a:ln w="12700">
            <a:solidFill>
              <a:srgbClr val="4F6B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92440" y="16916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呈现建议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65008" y="20116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先讲结论，再讲依据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保留一页一核心信息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适合继续补图表或流程图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18120" y="3703320"/>
            <a:ext cx="288036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8EE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39502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92440" y="425196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用量化数据证明项目成功，增强说服力。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11338560" cy="6126480"/>
          </a:xfrm>
          <a:prstGeom prst="rect">
            <a:avLst>
              <a:gd name="adj" fmla="val 1194"/>
            </a:avLst>
          </a:prstGeom>
          <a:solidFill>
            <a:srgbClr val="FFFFFF"/>
          </a:solidFill>
          <a:ln w="12700">
            <a:solidFill>
              <a:srgbClr val="E8EE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164592" cy="6126480"/>
          </a:xfrm>
          <a:prstGeom prst="rect">
            <a:avLst/>
          </a:prstGeom>
          <a:solidFill>
            <a:srgbClr val="4F6BFF"/>
          </a:solidFill>
          <a:ln w="12700">
            <a:solidFill>
              <a:srgbClr val="4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5943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65836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技术沉淀：Vue3 前端博客平台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41832" y="11704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6537960" cy="4434840"/>
          </a:xfrm>
          <a:prstGeom prst="roundRect">
            <a:avLst>
              <a:gd name="adj" fmla="val 825"/>
            </a:avLst>
          </a:prstGeom>
          <a:solidFill>
            <a:srgbClr val="FFFFFF"/>
          </a:solidFill>
          <a:ln w="12700">
            <a:solidFill>
              <a:srgbClr val="E8EE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783080"/>
            <a:ext cx="5897880" cy="3611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项目周期：2024.07-2024.08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技术架构：Vue3 + TypeScript + CSS3 Flex/Grid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核心功能：Markdown写作、多端适配、SEO优化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创新点：三模式切换（白/暗/护眼）、锚点高亮、响应式布局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818120" y="1417320"/>
            <a:ext cx="2880360" cy="2011680"/>
          </a:xfrm>
          <a:prstGeom prst="roundRect">
            <a:avLst>
              <a:gd name="adj" fmla="val 2273"/>
            </a:avLst>
          </a:prstGeom>
          <a:solidFill>
            <a:srgbClr val="E8EEFF"/>
          </a:solidFill>
          <a:ln w="12700">
            <a:solidFill>
              <a:srgbClr val="4F6B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92440" y="16916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呈现建议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65008" y="20116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先讲结论，再讲依据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保留一页一核心信息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适合继续补图表或流程图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18120" y="3703320"/>
            <a:ext cx="288036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8EE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39502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92440" y="425196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展示技术广度与深度，体现个人技术成长路径。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11338560" cy="6126480"/>
          </a:xfrm>
          <a:prstGeom prst="rect">
            <a:avLst>
              <a:gd name="adj" fmla="val 1194"/>
            </a:avLst>
          </a:prstGeom>
          <a:solidFill>
            <a:srgbClr val="FFFFFF"/>
          </a:solidFill>
          <a:ln w="12700">
            <a:solidFill>
              <a:srgbClr val="E8EE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164592" cy="6126480"/>
          </a:xfrm>
          <a:prstGeom prst="rect">
            <a:avLst/>
          </a:prstGeom>
          <a:solidFill>
            <a:srgbClr val="4F6BFF"/>
          </a:solidFill>
          <a:ln w="12700">
            <a:solidFill>
              <a:srgbClr val="4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5943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65836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技术能力与工具栈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41832" y="11704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6537960" cy="4434840"/>
          </a:xfrm>
          <a:prstGeom prst="roundRect">
            <a:avLst>
              <a:gd name="adj" fmla="val 825"/>
            </a:avLst>
          </a:prstGeom>
          <a:solidFill>
            <a:srgbClr val="FFFFFF"/>
          </a:solidFill>
          <a:ln w="12700">
            <a:solidFill>
              <a:srgbClr val="E8EE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783080"/>
            <a:ext cx="5897880" cy="3611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前端：HTML5/CSS3/JavaScript/Vue3/TypeScript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后端基础：Python/Java，熟悉RESTful API设计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运维能力：Linux系统、Shell脚本、服务部署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工具链：Git、VSCode、微信开发者工具、Axios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818120" y="1417320"/>
            <a:ext cx="2880360" cy="2011680"/>
          </a:xfrm>
          <a:prstGeom prst="roundRect">
            <a:avLst>
              <a:gd name="adj" fmla="val 2273"/>
            </a:avLst>
          </a:prstGeom>
          <a:solidFill>
            <a:srgbClr val="E8EEFF"/>
          </a:solidFill>
          <a:ln w="12700">
            <a:solidFill>
              <a:srgbClr val="4F6B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92440" y="16916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呈现建议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65008" y="20116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先讲结论，再讲依据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保留一页一核心信息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适合继续补图表或流程图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18120" y="3703320"/>
            <a:ext cx="288036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8EE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39502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92440" y="425196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清晰展示技术栈，为后续合作或项目承接提供依据。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11338560" cy="6126480"/>
          </a:xfrm>
          <a:prstGeom prst="rect">
            <a:avLst>
              <a:gd name="adj" fmla="val 1194"/>
            </a:avLst>
          </a:prstGeom>
          <a:solidFill>
            <a:srgbClr val="FFFFFF"/>
          </a:solidFill>
          <a:ln w="12700">
            <a:solidFill>
              <a:srgbClr val="E8EE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164592" cy="6126480"/>
          </a:xfrm>
          <a:prstGeom prst="rect">
            <a:avLst/>
          </a:prstGeom>
          <a:solidFill>
            <a:srgbClr val="4F6BFF"/>
          </a:solidFill>
          <a:ln w="12700">
            <a:solidFill>
              <a:srgbClr val="4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5943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65836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自我评价与优势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41832" y="11704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6537960" cy="4434840"/>
          </a:xfrm>
          <a:prstGeom prst="roundRect">
            <a:avLst>
              <a:gd name="adj" fmla="val 825"/>
            </a:avLst>
          </a:prstGeom>
          <a:solidFill>
            <a:srgbClr val="FFFFFF"/>
          </a:solidFill>
          <a:ln w="12700">
            <a:solidFill>
              <a:srgbClr val="E8EE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783080"/>
            <a:ext cx="5897880" cy="3611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学习能力强，能快速掌握新技术并落地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注重用户体验，擅长功能设计与交互优化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具备团队协作能力，乐于分享与技术沉淀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对产品有敏锐洞察，能从用户角度思考问题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818120" y="1417320"/>
            <a:ext cx="2880360" cy="2011680"/>
          </a:xfrm>
          <a:prstGeom prst="roundRect">
            <a:avLst>
              <a:gd name="adj" fmla="val 2273"/>
            </a:avLst>
          </a:prstGeom>
          <a:solidFill>
            <a:srgbClr val="E8EEFF"/>
          </a:solidFill>
          <a:ln w="12700">
            <a:solidFill>
              <a:srgbClr val="4F6B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92440" y="16916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呈现建议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65008" y="20116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先讲结论，再讲依据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保留一页一核心信息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适合继续补图表或流程图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18120" y="3703320"/>
            <a:ext cx="288036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8EE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39502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92440" y="425196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用个人优势支撑项目成果，建立可信度。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11338560" cy="6126480"/>
          </a:xfrm>
          <a:prstGeom prst="rect">
            <a:avLst>
              <a:gd name="adj" fmla="val 1194"/>
            </a:avLst>
          </a:prstGeom>
          <a:solidFill>
            <a:srgbClr val="FFFFFF"/>
          </a:solidFill>
          <a:ln w="12700">
            <a:solidFill>
              <a:srgbClr val="E8EE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164592" cy="6126480"/>
          </a:xfrm>
          <a:prstGeom prst="rect">
            <a:avLst/>
          </a:prstGeom>
          <a:solidFill>
            <a:srgbClr val="4F6BFF"/>
          </a:solidFill>
          <a:ln w="12700">
            <a:solidFill>
              <a:srgbClr val="4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5943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65836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 项目规划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41832" y="11704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6537960" cy="4434840"/>
          </a:xfrm>
          <a:prstGeom prst="roundRect">
            <a:avLst>
              <a:gd name="adj" fmla="val 825"/>
            </a:avLst>
          </a:prstGeom>
          <a:solidFill>
            <a:srgbClr val="FFFFFF"/>
          </a:solidFill>
          <a:ln w="12700">
            <a:solidFill>
              <a:srgbClr val="E8EE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783080"/>
            <a:ext cx="5897880" cy="3611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小程序功能迭代：增加“书评系统”与“信用评分”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技术升级：引入AI推荐算法，提升匹配效率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团队协作：组建校园运营小组，扩大用户覆盖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数据驱动：建立用户行为分析体系，优化产品体验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818120" y="1417320"/>
            <a:ext cx="2880360" cy="2011680"/>
          </a:xfrm>
          <a:prstGeom prst="roundRect">
            <a:avLst>
              <a:gd name="adj" fmla="val 2273"/>
            </a:avLst>
          </a:prstGeom>
          <a:solidFill>
            <a:srgbClr val="E8EEFF"/>
          </a:solidFill>
          <a:ln w="12700">
            <a:solidFill>
              <a:srgbClr val="4F6B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92440" y="16916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呈现建议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65008" y="20116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先讲结论，再讲依据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保留一页一核心信息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适合继续补图表或流程图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18120" y="3703320"/>
            <a:ext cx="288036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8EE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39502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92440" y="425196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展示前瞻规划，体现项目可持续性与成长性。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11338560" cy="6126480"/>
          </a:xfrm>
          <a:prstGeom prst="rect">
            <a:avLst>
              <a:gd name="adj" fmla="val 1194"/>
            </a:avLst>
          </a:prstGeom>
          <a:solidFill>
            <a:srgbClr val="FFFFFF"/>
          </a:solidFill>
          <a:ln w="12700">
            <a:solidFill>
              <a:srgbClr val="E8EE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164592" cy="6126480"/>
          </a:xfrm>
          <a:prstGeom prst="rect">
            <a:avLst/>
          </a:prstGeom>
          <a:solidFill>
            <a:srgbClr val="4F6BFF"/>
          </a:solidFill>
          <a:ln w="12700">
            <a:solidFill>
              <a:srgbClr val="4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5943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65836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资源需求与合作建议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41832" y="11704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6537960" cy="4434840"/>
          </a:xfrm>
          <a:prstGeom prst="roundRect">
            <a:avLst>
              <a:gd name="adj" fmla="val 825"/>
            </a:avLst>
          </a:prstGeom>
          <a:solidFill>
            <a:srgbClr val="FFFFFF"/>
          </a:solidFill>
          <a:ln w="12700">
            <a:solidFill>
              <a:srgbClr val="E8EE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783080"/>
            <a:ext cx="5897880" cy="3611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希望获得校园推广资源（如社团、学生会合作）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寻求技术导师支持，提升系统架构能力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希望与校内技术团队共建开源项目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开放API接口，支持第三方开发者接入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818120" y="1417320"/>
            <a:ext cx="2880360" cy="2011680"/>
          </a:xfrm>
          <a:prstGeom prst="roundRect">
            <a:avLst>
              <a:gd name="adj" fmla="val 2273"/>
            </a:avLst>
          </a:prstGeom>
          <a:solidFill>
            <a:srgbClr val="E8EEFF"/>
          </a:solidFill>
          <a:ln w="12700">
            <a:solidFill>
              <a:srgbClr val="4F6B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92440" y="16916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呈现建议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65008" y="20116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先讲结论，再讲依据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保留一页一核心信息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适合继续补图表或流程图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18120" y="3703320"/>
            <a:ext cx="288036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8EE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39502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92440" y="425196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明确资源需求，为后续合作或支持提供方向。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11338560" cy="6126480"/>
          </a:xfrm>
          <a:prstGeom prst="rect">
            <a:avLst>
              <a:gd name="adj" fmla="val 1194"/>
            </a:avLst>
          </a:prstGeom>
          <a:solidFill>
            <a:srgbClr val="FFFFFF"/>
          </a:solidFill>
          <a:ln w="12700">
            <a:solidFill>
              <a:srgbClr val="E8EE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164592" cy="6126480"/>
          </a:xfrm>
          <a:prstGeom prst="rect">
            <a:avLst/>
          </a:prstGeom>
          <a:solidFill>
            <a:srgbClr val="4F6BFF"/>
          </a:solidFill>
          <a:ln w="12700">
            <a:solidFill>
              <a:srgbClr val="4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5943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65836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41832" y="11704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6537960" cy="4434840"/>
          </a:xfrm>
          <a:prstGeom prst="roundRect">
            <a:avLst>
              <a:gd name="adj" fmla="val 825"/>
            </a:avLst>
          </a:prstGeom>
          <a:solidFill>
            <a:srgbClr val="FFFFFF"/>
          </a:solidFill>
          <a:ln w="12700">
            <a:solidFill>
              <a:srgbClr val="E8EE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783080"/>
            <a:ext cx="5897880" cy="3611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Q2完成核心产品搭建，用户增长与转化表现优异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技术能力持续提升，具备独立开发与团队协作能力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Q3将聚焦功能优化与数据驱动，打造校园生态闭环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期待与更多团队/资源合作，共同推动产品成长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818120" y="1417320"/>
            <a:ext cx="2880360" cy="2011680"/>
          </a:xfrm>
          <a:prstGeom prst="roundRect">
            <a:avLst>
              <a:gd name="adj" fmla="val 2273"/>
            </a:avLst>
          </a:prstGeom>
          <a:solidFill>
            <a:srgbClr val="E8EEFF"/>
          </a:solidFill>
          <a:ln w="12700">
            <a:solidFill>
              <a:srgbClr val="4F6B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92440" y="16916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呈现建议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65008" y="20116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先讲结论，再讲依据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保留一页一核心信息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适合继续补图表或流程图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18120" y="3703320"/>
            <a:ext cx="288036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8EE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39502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92440" y="425196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总结成果，展望未来，强化汇报收尾的行动号召力。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11338560" cy="6126480"/>
          </a:xfrm>
          <a:prstGeom prst="rect">
            <a:avLst>
              <a:gd name="adj" fmla="val 1194"/>
            </a:avLst>
          </a:prstGeom>
          <a:solidFill>
            <a:srgbClr val="FFFFFF"/>
          </a:solidFill>
          <a:ln w="12700">
            <a:solidFill>
              <a:srgbClr val="E8EE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164592" cy="6126480"/>
          </a:xfrm>
          <a:prstGeom prst="rect">
            <a:avLst/>
          </a:prstGeom>
          <a:solidFill>
            <a:srgbClr val="4F6BFF"/>
          </a:solidFill>
          <a:ln w="12700">
            <a:solidFill>
              <a:srgbClr val="4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5943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65836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Q&amp;A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41832" y="11704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6537960" cy="4434840"/>
          </a:xfrm>
          <a:prstGeom prst="roundRect">
            <a:avLst>
              <a:gd name="adj" fmla="val 825"/>
            </a:avLst>
          </a:prstGeom>
          <a:solidFill>
            <a:srgbClr val="FFFFFF"/>
          </a:solidFill>
          <a:ln w="12700">
            <a:solidFill>
              <a:srgbClr val="E8EE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783080"/>
            <a:ext cx="5897880" cy="3611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欢迎提问与交流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期待您的建议与合作机会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联系方式：17827510680 / 1306866996@qq.com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项目源码与文档可提供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818120" y="1417320"/>
            <a:ext cx="2880360" cy="2011680"/>
          </a:xfrm>
          <a:prstGeom prst="roundRect">
            <a:avLst>
              <a:gd name="adj" fmla="val 2273"/>
            </a:avLst>
          </a:prstGeom>
          <a:solidFill>
            <a:srgbClr val="E8EEFF"/>
          </a:solidFill>
          <a:ln w="12700">
            <a:solidFill>
              <a:srgbClr val="4F6B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92440" y="16916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呈现建议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65008" y="20116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先讲结论，再讲依据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保留一页一核心信息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适合继续补图表或流程图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18120" y="3703320"/>
            <a:ext cx="288036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8EE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39502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92440" y="425196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开放互动，为后续合作或项目推进留出空间。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GD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2025年Q2 季度经营汇报</dc:subject>
  <dc:creator>GD Document AI</dc:creator>
  <cp:lastModifiedBy>GD Document AI</cp:lastModifiedBy>
  <cp:revision>1</cp:revision>
  <dcterms:created xsi:type="dcterms:W3CDTF">2026-04-05T11:15:35Z</dcterms:created>
  <dcterms:modified xsi:type="dcterms:W3CDTF">2026-04-05T11:15:35Z</dcterms:modified>
</cp:coreProperties>
</file>