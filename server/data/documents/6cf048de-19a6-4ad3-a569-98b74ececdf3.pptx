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请在正式汇报前替换为实际课程名称与日期。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目标聚焦于能力提升与组织效能，非单纯知识传递。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课程设计需兼顾不同层级学习者，避免内容过载。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采用“设计-实施-评估-优化”闭环结构，确保落地。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强调互动性与产出，避免单向灌输。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评估贯穿始终，确保培训价值可衡量。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资源支持是课程落地的关键保障。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分阶段推进，确保每阶段目标清晰、可交付。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数据化成果是高层决策的重要依据。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提前识别风险，制定预案，降低执行阻力。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行动必须具体、可执行、有责任人。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预留时间解答疑问，强化共识与支持。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可作为补充材料，供参会者会后查阅。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F"/>
          </a:solidFill>
          <a:ln w="12700">
            <a:solidFill>
              <a:srgbClr val="F7F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22960"/>
            <a:ext cx="1143000" cy="164592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教学培训课件汇报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2697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面向团队能力提升的系统化培训方案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41080" y="1051560"/>
            <a:ext cx="2514600" cy="4297680"/>
          </a:xfrm>
          <a:prstGeom prst="roundRect">
            <a:avLst>
              <a:gd name="adj" fmla="val 2909"/>
            </a:avLst>
          </a:prstGeom>
          <a:solidFill>
            <a:srgbClr val="E8EE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商务极简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页正文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87968" y="25146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适合经营汇报、高层简报，视觉克制、结论前置。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请在正式汇报前替换为实际课程名称与日期。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提升团队专业技能与实操能力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建立标准化教学流程与评估体系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推动跨部门协作与知识沉淀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实现培训效果可量化、可追踪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目标聚焦于能力提升与组织效能，非单纯知识传递。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受众分析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主要对象：一线讲师与培训负责人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次要对象：业务骨干与新入职员工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特殊需求：兼顾理论与实操，支持碎片化学习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课程设计需兼顾不同层级学习者，避免内容过载。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模块一：教学设计与课程开发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模块二：教学工具与技术应用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模块三：评估与反馈机制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模块四：案例复盘与实战演练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采用“设计-实施-评估-优化”闭环结构，确保落地。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教学方法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案例教学：基于真实场景的模拟训练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翻转课堂：课前预习+课中研讨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小组协作：促进知识共享与团队建设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成果导向：每模块输出可交付物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强调互动性与产出，避免单向灌输。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评估体系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过程评估：课堂参与度与小组表现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结果评估：课程交付物质量与学员反馈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长期追踪：3个月后能力复测与行为转化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评估贯穿始终，确保培训价值可衡量。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资源支持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提供标准化课件模板与教学工具包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搭建在线学习平台与知识库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配备专职培训顾问与导师团队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配套教材与行业案例库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资源支持是课程落地的关键保障。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第一阶段：需求调研与课程设计（2周）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第二阶段：讲师培训与试点运行（4周）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第三阶段：全面推广与迭代优化（持续）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第四阶段：效果评估与成果汇报（6个月）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分阶段推进，确保每阶段目标清晰、可交付。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讲师能力提升30%以上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课程交付效率提升40%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学员满意度达90%+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形成可复用的培训模型与标准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数据化成果是高层决策的重要依据。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风险与应对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讲师参与度不足 → 引入激励机制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内容与业务脱节 → 建立业务对接机制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评估标准模糊 → 制定量化评分表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资源不足 → 分阶段投入、优先保障核心模块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提前识别风险，制定预案，降低执行阻力。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启动需求调研，确定首批试点课程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组建专项小组，明确分工与时间节点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制定首期培训计划与预算方案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召开启动会，统一认知与动员资源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行动必须具体、可执行、有责任人。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预留时间解答疑问，强化共识与支持。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附录：课程大纲与资源清单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可作为补充材料，供参会者会后查阅。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教学培训课件汇报</dc:subject>
  <dc:creator>GD Document AI</dc:creator>
  <cp:lastModifiedBy>GD Document AI</cp:lastModifiedBy>
  <cp:revision>1</cp:revision>
  <dcterms:created xsi:type="dcterms:W3CDTF">2026-04-05T11:14:24Z</dcterms:created>
  <dcterms:modified xsi:type="dcterms:W3CDTF">2026-04-05T11:14:24Z</dcterms:modified>
</cp:coreProperties>
</file>